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590/S0034-759020200402" TargetMode="External"/><Relationship Id="rId7" Type="http://schemas.openxmlformats.org/officeDocument/2006/relationships/comments" Target="../comments/comment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doi.org/10.1590/1809-4422asoc20190121r1vu2020L2DE" TargetMode="External"/><Relationship Id="rId4" Type="http://schemas.openxmlformats.org/officeDocument/2006/relationships/hyperlink" Target="https://doi.org/10.5902/1983465974238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419" y="2335110"/>
            <a:ext cx="473604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SUSTENTABILIDADE Para Empresas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Isabella Luiza dos Santos Souza</a:t>
            </a: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Kawã</a:t>
            </a: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Magno dos Santos 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Felipe Gomes Figueiredo dos Santos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Pedro Henrique Rodrigues </a:t>
            </a:r>
            <a:r>
              <a:rPr lang="pt-BR" altLang="pt-BR" sz="1200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Beltran</a:t>
            </a: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Igor da Silva Pedrosa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5934730"/>
            <a:ext cx="30451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Analise e Desenvolvimento de Sistemas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475" y="3622457"/>
            <a:ext cx="304512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Descarte</a:t>
            </a:r>
          </a:p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Sustentabilidade</a:t>
            </a:r>
          </a:p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Hardware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2025.1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600203"/>
            <a:ext cx="6130925" cy="4182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Problemática: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Rotatividade: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Troca frequente de equipamentos aumenta o lixo eletrônico.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Riscos Ambientais: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Descarte incorreto libera substâncias tóxicas.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Segurança de Dados: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Risco de vazamento de informações corporativas não apagadas.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Falta de Comunicação: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Desalinhamento entre TI, Meio Ambiente e Conformidade.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Justificativa: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Além do Lixo: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O descarte não é apenas se livrar de materiais antigos.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Reaproveitamento: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Possibilidade de reutilização de equipamentos ou componentes.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Economia Circular: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Busca por aumentar o tempo de uso e reduzir o desperdício.</a:t>
            </a:r>
            <a:endParaRPr lang="pt-BR" sz="140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Objetivo Geral: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Apresentar orientações para melhorar a gestão e o descarte sustentável de equipamentos de informática no ambiente corporativo.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Objetivos Específicos: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Relacionar o descarte de equipamentos com a proteção de dados, incluindo a Lei Geral de Proteção de Dados (LGPD). 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Comparar ideias de diferentes autores e identificar os principais problemas e soluções para o descarte corporativo. </a:t>
            </a:r>
            <a:endParaRPr lang="pt-BR" sz="140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Reunir e analisar estudos sobre o descarte de resíduos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eletrónicos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nas empresas.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125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Trata-se de uma revisão integrativa da literatura, baseada em referenciais teóricos e artigos publicados entre 2019 e 2024. A recolha de dados foi realizada através das bases académicas Scopus, Web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Science e SciELO, com o objetivo de reunir, analisar e comparar estudos sobre o descarte de resíduos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eletrónicos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e a proteção de dados nas empresas.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Logística Reversa e Programas de Fabricantes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Temática: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Análise de programas de devolução de equipamentos (Dell, HP, Lenovo) e as dificuldades/procedimentos que prejudicam a adesão das empresas. 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Recondicionamento e Redução da Pegada de Carbono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Temática: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Aumentar o uso de equipamentos de 3 para 5 anos pode reduzir a pegada de carbono da TI em até 40%. Destaca-se a doação para ONGs ou venda a funcionários.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801814"/>
            <a:ext cx="6130925" cy="4449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Riscos Ambientais no Descarte Incorreto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Temática: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Liberação de substâncias tóxicas (chumbo, cádmio, mercúrio) no solo através de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placas-mãe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e baterias. 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Segurança da Informação e Destruição Física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Temática: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Riscos de vazamento de dados em discos rígidos e a defesa da destruição física como garantia de segurança (embora impeça o reaproveitamento). 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0892" y="607484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892" y="1860213"/>
            <a:ext cx="6130925" cy="469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Necessidade de Planeamento: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A gestão de resíduos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eletrónicos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exige ir além da simples contratação de recolha, abrangendo desde a identificação até à destinação. </a:t>
            </a:r>
            <a:endParaRPr lang="pt-BR" sz="140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   Quatro Medidas Principais Propostas: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  Manter lista e acompanhar tempo de uso;</a:t>
            </a:r>
          </a:p>
          <a:p>
            <a:pPr>
              <a:buNone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  Apagar dados de forma segura;</a:t>
            </a:r>
          </a:p>
          <a:p>
            <a:pPr>
              <a:buNone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  Priorizar conserto, recondicionamento e doação;</a:t>
            </a:r>
          </a:p>
          <a:p>
            <a:pPr>
              <a:buNone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  Exigir comprovativos de destinação adequada.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Benefícios Comprovados: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O descarte sustentável reduz o desperdício, protege informações importantes e demonstra responsabilidade ambiental. </a:t>
            </a:r>
            <a:endParaRPr lang="pt-BR" sz="140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Desafios Persistentes: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Falta de estrutura para reciclagem em algumas regiões e os custos envolvidos no processo de organização. </a:t>
            </a:r>
            <a:endParaRPr lang="pt-BR" sz="140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Necessidade de Novos Estudos: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Avaliar a aplicação destas práticas em pequenas e médias empresas e explorar tecnologias como o </a:t>
            </a:r>
            <a:r>
              <a:rPr lang="pt-BR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blockchain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para rastrear resíduos.</a:t>
            </a:r>
            <a:endParaRPr lang="pt-BR" sz="140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BERNARDO, Odair Oliveira; SOUZA, Maria Tereza Saraiva de; DEMAJOROVIC, Jacques.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Inovação na cadeia reversa de resíduos eletroeletrônicos: um estudo sobre os sistemas de informação e as tecnologias de rastreamento. </a:t>
            </a:r>
            <a:r>
              <a:rPr lang="pt-BR" sz="1400" i="1" dirty="0">
                <a:latin typeface="Arial" panose="020B0604020202020204" pitchFamily="34" charset="0"/>
                <a:cs typeface="Arial" panose="020B0604020202020204" pitchFamily="34" charset="0"/>
              </a:rPr>
              <a:t>Revista de Administração de Empresas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, São Paulo, v. 60, n. 4, p. 278-292, 2020. DOI: 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https://doi.org/10.1590/S0034-759020200402</a:t>
            </a:r>
            <a:endParaRPr lang="pt-BR" sz="140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EBERLE, Luciene et al.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A operação de logística reversa de resíduos sólidos pós-consumo de produtos eletrônicos de uso doméstico no Brasil. </a:t>
            </a:r>
            <a:r>
              <a:rPr lang="pt-BR" sz="1400" i="1" dirty="0">
                <a:latin typeface="Arial" panose="020B0604020202020204" pitchFamily="34" charset="0"/>
                <a:cs typeface="Arial" panose="020B0604020202020204" pitchFamily="34" charset="0"/>
              </a:rPr>
              <a:t>Revista de Administração da UFSM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, Santa Maria, v. 16, n. 3, e2, 2023. DOI: 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https://doi.org/10.5902/1983465974238</a:t>
            </a:r>
            <a:endParaRPr lang="pt-BR" sz="140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SANTOS, </a:t>
            </a:r>
            <a:r>
              <a:rPr lang="pt-B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Kauê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 Lopes dos.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Resíduos de equipamentos eletroeletrônicos na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Macrometrópole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Paulista: normas e técnicas a serviço da logística reversa. </a:t>
            </a:r>
            <a:r>
              <a:rPr lang="pt-BR" sz="1400" i="1" dirty="0">
                <a:latin typeface="Arial" panose="020B0604020202020204" pitchFamily="34" charset="0"/>
                <a:cs typeface="Arial" panose="020B0604020202020204" pitchFamily="34" charset="0"/>
              </a:rPr>
              <a:t>Ambiente &amp; Sociedade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, São Paulo, v. 23, e01211, 2020. DOI: 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https://doi.org/10.1590/1809-4422asoc20190121r1vu2020L2DE</a:t>
            </a:r>
            <a:endParaRPr lang="pt-BR" sz="1400" dirty="0"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3800" y="1027906"/>
            <a:ext cx="67056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pt-BR" sz="32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descarte sustentável de equipamentos de informática deve fazer parte do planejamento das empresas. Com regras claras, proteção de dados e estímulo ao reaproveitamento, é possível mitigar impactos ambientais e gerir os recursos tecnológicos de forma responsável.</a:t>
            </a:r>
            <a:r>
              <a:rPr lang="en-US" altLang="pt-BR" sz="32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pt-BR" altLang="pt-BR" sz="3200" i="1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937</TotalTime>
  <Words>753</Words>
  <Application>Microsoft Office PowerPoint</Application>
  <PresentationFormat>Widescreen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FELIPE</cp:lastModifiedBy>
  <cp:revision>26</cp:revision>
  <dcterms:created xsi:type="dcterms:W3CDTF">2021-05-14T17:32:15Z</dcterms:created>
  <dcterms:modified xsi:type="dcterms:W3CDTF">2026-10-14T23:57:53Z</dcterms:modified>
</cp:coreProperties>
</file>